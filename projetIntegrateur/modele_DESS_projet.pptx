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E9AD-F977-681C-727D-373A7FE65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52499-93A1-C826-C39F-28BAF3DAB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A959F-3C89-F377-42A2-4EE7DC30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581AC-BC02-57B0-52E5-E4AF9BD3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FE7C1-FF7B-8D6A-D620-DF9E7D48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784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D2CA-920D-5A22-4A28-007AD398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EC64B-7B4B-4A24-00E0-F1FAD602B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F56A9-F448-9A16-8F56-4DAA1DB1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E629A-76F8-459A-6220-CB34947F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62B5E-4256-C333-F2BF-87F69D71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83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E1840-60E4-AB52-FE99-8DC0C26E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A580-EA65-E316-8C5A-1E8EF85EA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E1E3C-FF4D-F50B-E538-12FEEC9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BBDBD-7CAC-DD7D-CCDD-3188B88D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1B0FD-88BD-243B-C61E-DC20F10E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83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F5C62-A4B4-B00D-3DD1-A28A7EB4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0562A-8345-240A-AFD9-81A9F804C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DA9E3-202A-9ABB-DDCD-331D14D15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74557-8F37-EA18-AC9F-EE939CA6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31E2B-C8C7-6DFD-8559-AFCE452E4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FF0D0-77A8-2672-232A-C80DCBC2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2085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4457-B2AE-0556-C0D0-4FAE3C44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B1C3C-D0BB-8EA0-4B04-8FC9AAEF3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69E8B-CBB7-F255-D795-1FA9FBD9C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BC9A68-1962-FCBC-8189-928C06275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8F388-9B4E-50D6-7061-8F438F62B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B152D3-552B-8435-0FEF-EA45229E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9114F-50C6-3E16-7A15-A9FDA807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B5079-6BDC-BBE7-1712-339B7C86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9387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3042-6C69-68BE-447D-7A71C4FB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0F020-8826-FE80-47B4-4F66BC5F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7B3D4-FFFF-FCA3-8696-A92FD6F3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6B27A-A2B7-7826-0D06-B88A1D63A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977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532201-4860-083C-B11D-F18E85DB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571B-20CF-F0EC-9518-EDAF4FDC2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8A56A-EA54-E1BD-84E3-2060BA78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581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7347-6C5E-4A6B-8FC5-4F822214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3DE15-9E66-D727-96DE-90539C09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235EA-BDD4-3D39-80B5-AC8DD346A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45653-4EDE-7FFE-E6C4-991C0BC7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F2609-4F64-F501-75FB-19D2D9301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AD844-CA79-54A1-8DF9-C2621669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1116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57503-B6B9-FB10-6223-BB6F72B44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8E810-A6B2-5441-EA84-DE947960D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E54E2-C004-2D25-89F7-3628084F8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792A2-5B52-95D2-3897-B2E03458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BCB43-32A2-189A-DA53-3B52682A8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4EC56-D5A6-008B-ABB3-C2B5667B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409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4798-44F2-B214-E83C-301A30122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D42EB-D197-658B-5C2D-F61043E0C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963F1-BD73-51B4-E825-BC64197A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6CFD5-F170-F125-E4DC-BB3C8984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DC558-D322-96B6-BFB2-6C7E0972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032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980228-C7B2-227D-FC88-876FD521D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52CBD-F79B-53D2-16C4-F1BB4B5DC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CF651-0061-461F-62AC-AC351312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8FFC5-0D66-0029-D376-29E89594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C6D65-A0F4-9F45-E4F2-A1788845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301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AE009-F82E-D1C6-2351-71BE63C9F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E887F-EFAD-9815-CAE3-33CDB454D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055FF-EFC5-0D19-D392-BCF5CB531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16E33-4BF1-4672-BB4C-21DB2CE80CBA}" type="datetimeFigureOut">
              <a:rPr lang="en-CA" smtClean="0"/>
              <a:t>2026-03-13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87EEE-359C-222F-6C2F-881D5C137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18B57-F207-22E8-BE36-8A911059C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1B9A4-A8ED-4461-92F5-CF678F1F07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82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972FE3-350E-C5AC-6BE0-B688342E1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837" y="203200"/>
            <a:ext cx="1952625" cy="1219200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A928541-5C44-7931-0915-164B00D18B1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49400" y="1689100"/>
            <a:ext cx="1377950" cy="527050"/>
          </a:xfrm>
          <a:prstGeom prst="bentConnector3">
            <a:avLst>
              <a:gd name="adj1" fmla="val 23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296A3A9-DDB4-04C1-EBCC-5DCEBE5ED6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4865670"/>
                  </p:ext>
                </p:extLst>
              </p:nvPr>
            </p:nvGraphicFramePr>
            <p:xfrm>
              <a:off x="1204277" y="2730501"/>
              <a:ext cx="2693671" cy="1485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9680">
                      <a:extLst>
                        <a:ext uri="{9D8B030D-6E8A-4147-A177-3AD203B41FA5}">
                          <a16:colId xmlns:a16="http://schemas.microsoft.com/office/drawing/2014/main" val="908323738"/>
                        </a:ext>
                      </a:extLst>
                    </a:gridCol>
                    <a:gridCol w="474980">
                      <a:extLst>
                        <a:ext uri="{9D8B030D-6E8A-4147-A177-3AD203B41FA5}">
                          <a16:colId xmlns:a16="http://schemas.microsoft.com/office/drawing/2014/main" val="2074079731"/>
                        </a:ext>
                      </a:extLst>
                    </a:gridCol>
                    <a:gridCol w="400368">
                      <a:extLst>
                        <a:ext uri="{9D8B030D-6E8A-4147-A177-3AD203B41FA5}">
                          <a16:colId xmlns:a16="http://schemas.microsoft.com/office/drawing/2014/main" val="2213998483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987845332"/>
                        </a:ext>
                      </a:extLst>
                    </a:gridCol>
                  </a:tblGrid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nom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A" sz="11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0050692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>
                              <a:latin typeface="Consolas" panose="020B0609020204030204" pitchFamily="49" charset="0"/>
                            </a:rPr>
                            <a:t>speckle_1.npy</a:t>
                          </a:r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0.03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1.0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 err="1"/>
                            <a:t>exp</a:t>
                          </a:r>
                          <a:endParaRPr lang="en-CA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626624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>
                              <a:latin typeface="Consolas" panose="020B0609020204030204" pitchFamily="49" charset="0"/>
                            </a:rPr>
                            <a:t>speckle_2.npy</a:t>
                          </a:r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0.03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1.0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gauss</a:t>
                          </a:r>
                          <a:endParaRPr lang="en-CA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9134864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CA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CA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CA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CA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1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1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017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296A3A9-DDB4-04C1-EBCC-5DCEBE5ED6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4865670"/>
                  </p:ext>
                </p:extLst>
              </p:nvPr>
            </p:nvGraphicFramePr>
            <p:xfrm>
              <a:off x="1204277" y="2730501"/>
              <a:ext cx="2693671" cy="1485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9680">
                      <a:extLst>
                        <a:ext uri="{9D8B030D-6E8A-4147-A177-3AD203B41FA5}">
                          <a16:colId xmlns:a16="http://schemas.microsoft.com/office/drawing/2014/main" val="908323738"/>
                        </a:ext>
                      </a:extLst>
                    </a:gridCol>
                    <a:gridCol w="474980">
                      <a:extLst>
                        <a:ext uri="{9D8B030D-6E8A-4147-A177-3AD203B41FA5}">
                          <a16:colId xmlns:a16="http://schemas.microsoft.com/office/drawing/2014/main" val="2074079731"/>
                        </a:ext>
                      </a:extLst>
                    </a:gridCol>
                    <a:gridCol w="400368">
                      <a:extLst>
                        <a:ext uri="{9D8B030D-6E8A-4147-A177-3AD203B41FA5}">
                          <a16:colId xmlns:a16="http://schemas.microsoft.com/office/drawing/2014/main" val="2213998483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987845332"/>
                        </a:ext>
                      </a:extLst>
                    </a:gridCol>
                  </a:tblGrid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nom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5385" t="-1639" r="-208974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38462" t="-1639" r="-15076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2340" t="-1639" r="-4255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0050692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>
                              <a:latin typeface="Consolas" panose="020B0609020204030204" pitchFamily="49" charset="0"/>
                            </a:rPr>
                            <a:t>speckle_1.npy</a:t>
                          </a:r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0.03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1.0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 err="1"/>
                            <a:t>exp</a:t>
                          </a:r>
                          <a:endParaRPr lang="en-CA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626624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>
                              <a:latin typeface="Consolas" panose="020B0609020204030204" pitchFamily="49" charset="0"/>
                            </a:rPr>
                            <a:t>speckle_2.npy</a:t>
                          </a:r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0.03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1.0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gauss</a:t>
                          </a:r>
                          <a:endParaRPr lang="en-CA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9134864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5" t="-303279" r="-11699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5385" t="-303279" r="-20897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38462" t="-303279" r="-15076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2340" t="-303279" r="-425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017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Arrow: Right 13">
            <a:extLst>
              <a:ext uri="{FF2B5EF4-FFF2-40B4-BE49-F238E27FC236}">
                <a16:creationId xmlns:a16="http://schemas.microsoft.com/office/drawing/2014/main" id="{C78345A4-B579-B41A-CFD0-71502284B60A}"/>
              </a:ext>
            </a:extLst>
          </p:cNvPr>
          <p:cNvSpPr/>
          <p:nvPr/>
        </p:nvSpPr>
        <p:spPr>
          <a:xfrm>
            <a:off x="2049462" y="485776"/>
            <a:ext cx="2319338" cy="654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2CE5B3-B6E0-4730-04CD-F04B31C6696B}"/>
              </a:ext>
            </a:extLst>
          </p:cNvPr>
          <p:cNvSpPr/>
          <p:nvPr/>
        </p:nvSpPr>
        <p:spPr>
          <a:xfrm>
            <a:off x="4762500" y="485775"/>
            <a:ext cx="2724150" cy="65405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600" dirty="0" err="1"/>
              <a:t>DataLoader</a:t>
            </a:r>
            <a:r>
              <a:rPr lang="fr-CA" sz="1600" dirty="0"/>
              <a:t> / </a:t>
            </a:r>
            <a:r>
              <a:rPr lang="fr-CA" sz="1600" dirty="0" err="1"/>
              <a:t>Dataset</a:t>
            </a:r>
            <a:r>
              <a:rPr lang="fr-CA" sz="1600" dirty="0"/>
              <a:t> + </a:t>
            </a:r>
            <a:r>
              <a:rPr lang="fr-CA" sz="1600" dirty="0" err="1"/>
              <a:t>MinMaxScaler</a:t>
            </a:r>
            <a:endParaRPr lang="en-CA" sz="160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7EBCA9E-23FC-CAB3-500E-C3B60AA07027}"/>
              </a:ext>
            </a:extLst>
          </p:cNvPr>
          <p:cNvSpPr/>
          <p:nvPr/>
        </p:nvSpPr>
        <p:spPr>
          <a:xfrm rot="5400000">
            <a:off x="5356225" y="1704975"/>
            <a:ext cx="1536700" cy="654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E7D407-24B5-A6B8-F249-E60C7DA00858}"/>
              </a:ext>
            </a:extLst>
          </p:cNvPr>
          <p:cNvSpPr/>
          <p:nvPr/>
        </p:nvSpPr>
        <p:spPr>
          <a:xfrm>
            <a:off x="4438650" y="2870200"/>
            <a:ext cx="5607050" cy="1346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D4562D6-03B6-C45B-F0A2-FB255F772EC7}"/>
                  </a:ext>
                </a:extLst>
              </p:cNvPr>
              <p:cNvSpPr/>
              <p:nvPr/>
            </p:nvSpPr>
            <p:spPr>
              <a:xfrm>
                <a:off x="4607561" y="3009901"/>
                <a:ext cx="1682750" cy="9271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Conv3x3</a:t>
                </a:r>
              </a:p>
              <a:p>
                <a:pPr algn="ctr"/>
                <a:r>
                  <a:rPr lang="fr-CA" dirty="0"/>
                  <a:t>out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A" dirty="0"/>
                  <a:t> 16</a:t>
                </a: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D4562D6-03B6-C45B-F0A2-FB255F772E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561" y="3009901"/>
                <a:ext cx="1682750" cy="9271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C18DE43-C81B-89DF-D150-4D707BF3CD59}"/>
              </a:ext>
            </a:extLst>
          </p:cNvPr>
          <p:cNvSpPr/>
          <p:nvPr/>
        </p:nvSpPr>
        <p:spPr>
          <a:xfrm>
            <a:off x="6343650" y="3009901"/>
            <a:ext cx="1743711" cy="9271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/>
              <a:t>InstanceNorm</a:t>
            </a:r>
            <a:endParaRPr lang="en-CA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B05FD1-4E5B-BACA-B4D5-48D40B8128C5}"/>
              </a:ext>
            </a:extLst>
          </p:cNvPr>
          <p:cNvSpPr/>
          <p:nvPr/>
        </p:nvSpPr>
        <p:spPr>
          <a:xfrm>
            <a:off x="8140700" y="3009901"/>
            <a:ext cx="1743711" cy="9271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/>
              <a:t>ReLU</a:t>
            </a:r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54BD8E-11DA-5381-96F5-A11D30B38635}"/>
              </a:ext>
            </a:extLst>
          </p:cNvPr>
          <p:cNvSpPr txBox="1"/>
          <p:nvPr/>
        </p:nvSpPr>
        <p:spPr>
          <a:xfrm>
            <a:off x="8087361" y="4006850"/>
            <a:ext cx="1958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dirty="0"/>
              <a:t>3x, double out de Conv3x3</a:t>
            </a:r>
            <a:endParaRPr lang="en-CA" sz="1200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55C3E93-E2F5-EFC4-F63E-7079CF2ED060}"/>
              </a:ext>
            </a:extLst>
          </p:cNvPr>
          <p:cNvSpPr/>
          <p:nvPr/>
        </p:nvSpPr>
        <p:spPr>
          <a:xfrm rot="5400000">
            <a:off x="3994150" y="4725174"/>
            <a:ext cx="1536700" cy="654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7755EF3-0CB2-6253-8254-5A9326D9C9FC}"/>
              </a:ext>
            </a:extLst>
          </p:cNvPr>
          <p:cNvSpPr/>
          <p:nvPr/>
        </p:nvSpPr>
        <p:spPr>
          <a:xfrm>
            <a:off x="4114800" y="5863798"/>
            <a:ext cx="1682750" cy="927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Attention spatiale</a:t>
            </a:r>
            <a:endParaRPr lang="en-CA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620C5DD-5B34-73A4-25F9-AAF6CA3FC35E}"/>
              </a:ext>
            </a:extLst>
          </p:cNvPr>
          <p:cNvSpPr/>
          <p:nvPr/>
        </p:nvSpPr>
        <p:spPr>
          <a:xfrm>
            <a:off x="5892800" y="6000323"/>
            <a:ext cx="1276350" cy="654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D345379-C287-6B28-0658-8BDB009CF7CB}"/>
              </a:ext>
            </a:extLst>
          </p:cNvPr>
          <p:cNvSpPr/>
          <p:nvPr/>
        </p:nvSpPr>
        <p:spPr>
          <a:xfrm>
            <a:off x="7245986" y="5863798"/>
            <a:ext cx="1682750" cy="9271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/>
              <a:t>Pooling</a:t>
            </a:r>
            <a:r>
              <a:rPr lang="fr-CA" dirty="0"/>
              <a:t> pondéré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F8860EA4-E4B7-F3AB-1D2D-1D9D89B4CE02}"/>
                  </a:ext>
                </a:extLst>
              </p:cNvPr>
              <p:cNvSpPr/>
              <p:nvPr/>
            </p:nvSpPr>
            <p:spPr>
              <a:xfrm>
                <a:off x="10372724" y="5863798"/>
                <a:ext cx="1682750" cy="927100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GRU</a:t>
                </a:r>
              </a:p>
              <a:p>
                <a:pPr algn="ctr"/>
                <a:r>
                  <a:rPr lang="fr-CA" dirty="0" err="1"/>
                  <a:t>hidden</a:t>
                </a:r>
                <a:r>
                  <a:rPr lang="fr-CA" dirty="0"/>
                  <a:t>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A" dirty="0"/>
                  <a:t> 32</a:t>
                </a: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F8860EA4-E4B7-F3AB-1D2D-1D9D89B4CE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2724" y="5863798"/>
                <a:ext cx="1682750" cy="9271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rrow: Right 27">
            <a:extLst>
              <a:ext uri="{FF2B5EF4-FFF2-40B4-BE49-F238E27FC236}">
                <a16:creationId xmlns:a16="http://schemas.microsoft.com/office/drawing/2014/main" id="{3D1F412B-4935-8E7D-52E7-9F9D8126830A}"/>
              </a:ext>
            </a:extLst>
          </p:cNvPr>
          <p:cNvSpPr/>
          <p:nvPr/>
        </p:nvSpPr>
        <p:spPr>
          <a:xfrm>
            <a:off x="9012555" y="6000323"/>
            <a:ext cx="1276350" cy="654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597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31AD-6788-3DD8-B518-C3D757C0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A1C7CD-31B2-EDB3-14BE-AAAD62D04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3487" y="203200"/>
            <a:ext cx="1952625" cy="1219200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A7B0A32-A301-BA95-F59B-CD49FE056F2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86050" y="1689100"/>
            <a:ext cx="1377950" cy="527050"/>
          </a:xfrm>
          <a:prstGeom prst="bentConnector3">
            <a:avLst>
              <a:gd name="adj1" fmla="val 23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EC2A08F-77FE-D60F-6666-13C9355B19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0816945"/>
                  </p:ext>
                </p:extLst>
              </p:nvPr>
            </p:nvGraphicFramePr>
            <p:xfrm>
              <a:off x="2340927" y="2730501"/>
              <a:ext cx="2693671" cy="1485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9680">
                      <a:extLst>
                        <a:ext uri="{9D8B030D-6E8A-4147-A177-3AD203B41FA5}">
                          <a16:colId xmlns:a16="http://schemas.microsoft.com/office/drawing/2014/main" val="908323738"/>
                        </a:ext>
                      </a:extLst>
                    </a:gridCol>
                    <a:gridCol w="474980">
                      <a:extLst>
                        <a:ext uri="{9D8B030D-6E8A-4147-A177-3AD203B41FA5}">
                          <a16:colId xmlns:a16="http://schemas.microsoft.com/office/drawing/2014/main" val="2074079731"/>
                        </a:ext>
                      </a:extLst>
                    </a:gridCol>
                    <a:gridCol w="400368">
                      <a:extLst>
                        <a:ext uri="{9D8B030D-6E8A-4147-A177-3AD203B41FA5}">
                          <a16:colId xmlns:a16="http://schemas.microsoft.com/office/drawing/2014/main" val="2213998483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987845332"/>
                        </a:ext>
                      </a:extLst>
                    </a:gridCol>
                  </a:tblGrid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nom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A" sz="11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fr-CA" sz="11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0050692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>
                              <a:latin typeface="Consolas" panose="020B0609020204030204" pitchFamily="49" charset="0"/>
                            </a:rPr>
                            <a:t>speckle_1.npy</a:t>
                          </a:r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0.03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1.0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 err="1"/>
                            <a:t>exp</a:t>
                          </a:r>
                          <a:endParaRPr lang="en-CA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626624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>
                              <a:latin typeface="Consolas" panose="020B0609020204030204" pitchFamily="49" charset="0"/>
                            </a:rPr>
                            <a:t>speckle_2.npy</a:t>
                          </a:r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0.03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1.0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 err="1"/>
                            <a:t>exp</a:t>
                          </a:r>
                          <a:endParaRPr lang="en-CA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9134864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CA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CA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CA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CA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1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1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017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EC2A08F-77FE-D60F-6666-13C9355B19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0816945"/>
                  </p:ext>
                </p:extLst>
              </p:nvPr>
            </p:nvGraphicFramePr>
            <p:xfrm>
              <a:off x="2340927" y="2730501"/>
              <a:ext cx="2693671" cy="1485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9680">
                      <a:extLst>
                        <a:ext uri="{9D8B030D-6E8A-4147-A177-3AD203B41FA5}">
                          <a16:colId xmlns:a16="http://schemas.microsoft.com/office/drawing/2014/main" val="908323738"/>
                        </a:ext>
                      </a:extLst>
                    </a:gridCol>
                    <a:gridCol w="474980">
                      <a:extLst>
                        <a:ext uri="{9D8B030D-6E8A-4147-A177-3AD203B41FA5}">
                          <a16:colId xmlns:a16="http://schemas.microsoft.com/office/drawing/2014/main" val="2074079731"/>
                        </a:ext>
                      </a:extLst>
                    </a:gridCol>
                    <a:gridCol w="400368">
                      <a:extLst>
                        <a:ext uri="{9D8B030D-6E8A-4147-A177-3AD203B41FA5}">
                          <a16:colId xmlns:a16="http://schemas.microsoft.com/office/drawing/2014/main" val="2213998483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987845332"/>
                        </a:ext>
                      </a:extLst>
                    </a:gridCol>
                  </a:tblGrid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nom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5385" t="-1639" r="-210256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31818" t="-1639" r="-148485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7419" t="-1639" r="-5376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0050692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>
                              <a:latin typeface="Consolas" panose="020B0609020204030204" pitchFamily="49" charset="0"/>
                            </a:rPr>
                            <a:t>speckle_1.npy</a:t>
                          </a:r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0.03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1.0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 err="1"/>
                            <a:t>exp</a:t>
                          </a:r>
                          <a:endParaRPr lang="en-CA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626624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r>
                            <a:rPr lang="fr-CA" sz="1100" dirty="0">
                              <a:latin typeface="Consolas" panose="020B0609020204030204" pitchFamily="49" charset="0"/>
                            </a:rPr>
                            <a:t>speckle_2.npy</a:t>
                          </a:r>
                          <a:endParaRPr lang="en-CA" sz="11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0.03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/>
                            <a:t>1.0</a:t>
                          </a:r>
                          <a:endParaRPr lang="en-CA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sz="1100" dirty="0" err="1"/>
                            <a:t>exp</a:t>
                          </a:r>
                          <a:endParaRPr lang="en-CA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9134864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6" t="-303279" r="-11804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5385" t="-303279" r="-21025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31818" t="-303279" r="-148485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7419" t="-303279" r="-5376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017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Arrow: Right 13">
            <a:extLst>
              <a:ext uri="{FF2B5EF4-FFF2-40B4-BE49-F238E27FC236}">
                <a16:creationId xmlns:a16="http://schemas.microsoft.com/office/drawing/2014/main" id="{CCF293AD-4611-006E-E431-8B66D9BD3CF6}"/>
              </a:ext>
            </a:extLst>
          </p:cNvPr>
          <p:cNvSpPr/>
          <p:nvPr/>
        </p:nvSpPr>
        <p:spPr>
          <a:xfrm>
            <a:off x="3186112" y="485776"/>
            <a:ext cx="2319338" cy="654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E0E7B7-BC4A-838E-A4F4-D0DEDFB5E2A0}"/>
              </a:ext>
            </a:extLst>
          </p:cNvPr>
          <p:cNvSpPr/>
          <p:nvPr/>
        </p:nvSpPr>
        <p:spPr>
          <a:xfrm>
            <a:off x="5899150" y="485775"/>
            <a:ext cx="2724150" cy="65405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600" dirty="0" err="1"/>
              <a:t>DataLoader</a:t>
            </a:r>
            <a:r>
              <a:rPr lang="fr-CA" sz="1600" dirty="0"/>
              <a:t> / </a:t>
            </a:r>
            <a:r>
              <a:rPr lang="fr-CA" sz="1600" dirty="0" err="1"/>
              <a:t>Dataset</a:t>
            </a:r>
            <a:endParaRPr lang="en-CA" sz="160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B93CE2C-A399-1AF9-D8B1-EAC5F981A716}"/>
              </a:ext>
            </a:extLst>
          </p:cNvPr>
          <p:cNvSpPr/>
          <p:nvPr/>
        </p:nvSpPr>
        <p:spPr>
          <a:xfrm rot="5400000">
            <a:off x="6759575" y="1438275"/>
            <a:ext cx="1003300" cy="654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06E960-AD51-AEA9-DC73-714133217AD4}"/>
              </a:ext>
            </a:extLst>
          </p:cNvPr>
          <p:cNvSpPr/>
          <p:nvPr/>
        </p:nvSpPr>
        <p:spPr>
          <a:xfrm>
            <a:off x="5434648" y="2390775"/>
            <a:ext cx="3855404" cy="1346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58F5A841-F512-EFFA-7705-B25BC00140C3}"/>
                  </a:ext>
                </a:extLst>
              </p:cNvPr>
              <p:cNvSpPr/>
              <p:nvPr/>
            </p:nvSpPr>
            <p:spPr>
              <a:xfrm>
                <a:off x="5603559" y="2530476"/>
                <a:ext cx="1682750" cy="9271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Conv3x3</a:t>
                </a:r>
              </a:p>
              <a:p>
                <a:pPr algn="ctr"/>
                <a:r>
                  <a:rPr lang="fr-CA" dirty="0"/>
                  <a:t>out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A" dirty="0"/>
                  <a:t> 16</a:t>
                </a:r>
              </a:p>
            </p:txBody>
          </p:sp>
        </mc:Choice>
        <mc:Fallback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58F5A841-F512-EFFA-7705-B25BC00140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559" y="2530476"/>
                <a:ext cx="1682750" cy="9271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856030D-D2F8-EB7E-7E29-DCFFF4436D46}"/>
              </a:ext>
            </a:extLst>
          </p:cNvPr>
          <p:cNvSpPr/>
          <p:nvPr/>
        </p:nvSpPr>
        <p:spPr>
          <a:xfrm>
            <a:off x="7428548" y="2530476"/>
            <a:ext cx="1743711" cy="9271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/>
              <a:t>ReLU</a:t>
            </a:r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C4E4C6-63AE-D6CF-F2FB-F5D21214952F}"/>
              </a:ext>
            </a:extLst>
          </p:cNvPr>
          <p:cNvSpPr txBox="1"/>
          <p:nvPr/>
        </p:nvSpPr>
        <p:spPr>
          <a:xfrm>
            <a:off x="7216459" y="3527425"/>
            <a:ext cx="1958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dirty="0"/>
              <a:t>3x, double out de Conv3x3</a:t>
            </a:r>
            <a:endParaRPr lang="en-CA" sz="12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00D355A-E854-D589-19D7-7ED89C2DCDCF}"/>
              </a:ext>
            </a:extLst>
          </p:cNvPr>
          <p:cNvSpPr/>
          <p:nvPr/>
        </p:nvSpPr>
        <p:spPr>
          <a:xfrm>
            <a:off x="8003859" y="4941074"/>
            <a:ext cx="1682750" cy="927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MLP</a:t>
            </a:r>
            <a:endParaRPr lang="en-CA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38C27F0-090C-2D7C-D7C2-CE1AF38E2595}"/>
              </a:ext>
            </a:extLst>
          </p:cNvPr>
          <p:cNvSpPr/>
          <p:nvPr/>
        </p:nvSpPr>
        <p:spPr>
          <a:xfrm flipH="1">
            <a:off x="7216458" y="5077599"/>
            <a:ext cx="751839" cy="654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EEED105A-4C6A-7782-426B-BE0FDE386187}"/>
                  </a:ext>
                </a:extLst>
              </p:cNvPr>
              <p:cNvSpPr/>
              <p:nvPr/>
            </p:nvSpPr>
            <p:spPr>
              <a:xfrm>
                <a:off x="5498146" y="4941074"/>
                <a:ext cx="1682750" cy="927100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dirty="0"/>
                  <a:t>GRU</a:t>
                </a:r>
              </a:p>
              <a:p>
                <a:pPr algn="ctr"/>
                <a:r>
                  <a:rPr lang="fr-CA" dirty="0" err="1"/>
                  <a:t>hidden</a:t>
                </a:r>
                <a:r>
                  <a:rPr lang="fr-CA" dirty="0"/>
                  <a:t>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A" dirty="0"/>
                  <a:t> 128</a:t>
                </a:r>
              </a:p>
            </p:txBody>
          </p:sp>
        </mc:Choice>
        <mc:Fallback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EEED105A-4C6A-7782-426B-BE0FDE386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146" y="4941074"/>
                <a:ext cx="1682750" cy="9271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9DC5B59-B8E3-94A4-F9AC-A448F5CEA539}"/>
              </a:ext>
            </a:extLst>
          </p:cNvPr>
          <p:cNvSpPr/>
          <p:nvPr/>
        </p:nvSpPr>
        <p:spPr>
          <a:xfrm>
            <a:off x="4038600" y="2641600"/>
            <a:ext cx="457200" cy="164224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027B23E-DA6F-5078-4502-F045277F4FAA}"/>
              </a:ext>
            </a:extLst>
          </p:cNvPr>
          <p:cNvSpPr/>
          <p:nvPr/>
        </p:nvSpPr>
        <p:spPr>
          <a:xfrm rot="5400000">
            <a:off x="8343584" y="4048898"/>
            <a:ext cx="1003300" cy="654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054861AE-48A8-937B-B5C8-E5A352499574}"/>
              </a:ext>
            </a:extLst>
          </p:cNvPr>
          <p:cNvSpPr/>
          <p:nvPr/>
        </p:nvSpPr>
        <p:spPr>
          <a:xfrm rot="10800000" flipH="1">
            <a:off x="4118921" y="4337399"/>
            <a:ext cx="1315727" cy="1394250"/>
          </a:xfrm>
          <a:prstGeom prst="ben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2419809-0B74-59DC-9F7D-3A1612847160}"/>
              </a:ext>
            </a:extLst>
          </p:cNvPr>
          <p:cNvSpPr/>
          <p:nvPr/>
        </p:nvSpPr>
        <p:spPr>
          <a:xfrm rot="5400000">
            <a:off x="6023608" y="5916614"/>
            <a:ext cx="631825" cy="654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A6564-03E5-C1A8-B2F2-89FC28ECBBC5}"/>
              </a:ext>
            </a:extLst>
          </p:cNvPr>
          <p:cNvSpPr txBox="1"/>
          <p:nvPr/>
        </p:nvSpPr>
        <p:spPr>
          <a:xfrm>
            <a:off x="5578475" y="6488668"/>
            <a:ext cx="168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Approximation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40186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93</Words>
  <Application>Microsoft Office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genest</dc:creator>
  <cp:lastModifiedBy>gabriel genest</cp:lastModifiedBy>
  <cp:revision>5</cp:revision>
  <dcterms:created xsi:type="dcterms:W3CDTF">2026-02-04T20:43:26Z</dcterms:created>
  <dcterms:modified xsi:type="dcterms:W3CDTF">2026-03-13T21:35:40Z</dcterms:modified>
</cp:coreProperties>
</file>